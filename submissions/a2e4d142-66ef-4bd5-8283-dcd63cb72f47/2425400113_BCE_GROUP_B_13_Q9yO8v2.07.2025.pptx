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_rels/presentation.xml.rels" ContentType="application/vnd.openxmlformats-package.relationships+xml"/>
  <Override PartName="/ppt/media/image1.jpeg" ContentType="image/jpeg"/>
  <Override PartName="/ppt/media/image2.jpeg" ContentType="image/jpeg"/>
  <Override PartName="/ppt/media/image3.jpeg" ContentType="image/jpeg"/>
  <Override PartName="/ppt/media/image4.jpeg" ContentType="image/jpeg"/>
  <Override PartName="/ppt/media/image5.jpeg" ContentType="image/jpeg"/>
  <Override PartName="/ppt/media/image10.jpeg" ContentType="image/jpeg"/>
  <Override PartName="/ppt/media/image6.jpeg" ContentType="image/jpeg"/>
  <Override PartName="/ppt/media/image11.jpeg" ContentType="image/jpeg"/>
  <Override PartName="/ppt/media/image7.jpeg" ContentType="image/jpeg"/>
  <Override PartName="/ppt/media/image8.jpeg" ContentType="image/jpeg"/>
  <Override PartName="/ppt/media/image9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9144000" cy="51435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377640" y="427680"/>
            <a:ext cx="6797520" cy="1710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/>
          </p:nvPr>
        </p:nvSpPr>
        <p:spPr>
          <a:xfrm>
            <a:off x="377640" y="2459520"/>
            <a:ext cx="6797520" cy="705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83E1C75-D87B-43E5-B393-259E73DD6C6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377640" y="427680"/>
            <a:ext cx="6797520" cy="1710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Title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377640" y="2459520"/>
            <a:ext cx="6797520" cy="705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Text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457200" indent="0">
              <a:lnSpc>
                <a:spcPct val="100000"/>
              </a:lnSpc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Second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914400" indent="0">
              <a:lnSpc>
                <a:spcPct val="100000"/>
              </a:lnSpc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371600" indent="0">
              <a:lnSpc>
                <a:spcPct val="100000"/>
              </a:lnSpc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828800" indent="0">
              <a:lnSpc>
                <a:spcPct val="100000"/>
              </a:lnSpc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377640" y="9945000"/>
            <a:ext cx="173700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lnSpc>
                <a:spcPct val="100000"/>
              </a:lnSpc>
              <a:buNone/>
              <a:defRPr b="0" lang="en-US" sz="1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en-US" sz="1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2568240" y="9945000"/>
            <a:ext cx="2416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5438520" y="9945000"/>
            <a:ext cx="173700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44DAB33-CC3C-417E-8B4F-A84265D7C08B}" type="slidenum">
              <a:rPr b="0" lang="en-US" sz="1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jpeg"/><Relationship Id="rId2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0.jpeg"/><Relationship Id="rId2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1.jpeg"/><Relationship Id="rId2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1.jpeg"/><Relationship Id="rId2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1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1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1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1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1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1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1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bject 1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bject 1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bject 2"/>
          <p:cNvSpPr/>
          <p:nvPr/>
        </p:nvSpPr>
        <p:spPr>
          <a:xfrm>
            <a:off x="0" y="114480"/>
            <a:ext cx="9143640" cy="514332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/>
          </p:nvPr>
        </p:nvSpPr>
        <p:spPr>
          <a:xfrm>
            <a:off x="1143000" y="657720"/>
            <a:ext cx="6797520" cy="4371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 anchorCtr="1">
            <a:normAutofit/>
          </a:bodyPr>
          <a:p>
            <a:pPr marL="432000" indent="0" algn="ctr">
              <a:spcBef>
                <a:spcPts val="1417"/>
              </a:spcBef>
              <a:buNone/>
            </a:pPr>
            <a:r>
              <a:rPr b="1" lang="en-US" sz="1800" strike="noStrike" u="sng">
                <a:solidFill>
                  <a:srgbClr val="000000"/>
                </a:solidFill>
                <a:effectLst/>
                <a:uFillTx/>
                <a:latin typeface="Calibri"/>
              </a:rPr>
              <a:t>REFERENCES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Shanahan, J. G., Qu, Y., &amp; Wiebe, J. (2005). Computing Attitude And Affect In Text: Theory And Applications. Springer Science &amp; Business Media.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Pears, R., &amp; Shields, G. (2010). Cite Them Right: The Essential Referencing Guide. Palgrave Macmillan.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Henson, K. T. (2007). Writing For Publication. Phi Delta Kappan, 88(10), 781–786. Https://Doi.Org/10.1177/003172170708801018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432000" indent="0">
              <a:spcBef>
                <a:spcPts val="1417"/>
              </a:spcBef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Theme Office">
  <a:themeElements>
    <a:clrScheme name="Standard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Application>LibreOffice/25.2.4.3$Linux_X86_64 LibreOffice_project/520$Build-3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doc2pdf</dc:creator>
  <dc:description/>
  <dc:language>en-US</dc:language>
  <cp:lastModifiedBy/>
  <dcterms:modified xsi:type="dcterms:W3CDTF">2025-07-10T12:30:01Z</dcterms:modified>
  <cp:revision>2</cp:revision>
  <dc:subject/>
  <dc:title>Presentation PowerPoint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