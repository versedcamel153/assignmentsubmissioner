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F9697B-45D3-4427-9E2C-6973C254EE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A70AAC-82CB-4D3C-A737-3557F1FF56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90FD3D8-7139-49A7-9303-57AD94C16F3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228600" y="631800"/>
            <a:ext cx="9601200" cy="43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#include &lt;iostream&gt;#include &lt;cmath&gt;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using namespace std;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 getInput() { int number; cout &lt;&lt; "Enter a positive number to find the square root: "; cin &gt;&gt; number; return number;}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double calculateSqrt() { double number; do { number = getInput(); if (number &gt;= 0) { double result = pow(number, 0.5); return result; } else { cout &lt;&lt; "Please enter a positive number." &lt;&lt; endl; } } while ( number &lt; 0);}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void showSqrt() { double answer = calculateSqrt(); cout &lt;&lt; "The square is " &lt;&lt; answer &lt;&lt; endl;}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int main() { char choice; do { showSqrt(); cout &lt;&lt; "Do you want to continue? (Y/N): "; cin &gt;&gt; choice; } while (choice == 'Y' || choice == 'y'); return 0;}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2025-05-21T20:07:22Z</dcterms:created>
  <dc:creator/>
  <dc:description/>
  <dc:language>en-US</dc:language>
  <cp:lastModifiedBy/>
  <dcterms:modified xsi:type="dcterms:W3CDTF">2025-05-21T20:23:56Z</dcterms:modified>
  <cp:revision>1</cp:revision>
  <dc:subject/>
  <dc:title/>
</cp:coreProperties>
</file>